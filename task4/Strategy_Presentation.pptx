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>
        <p:scale>
          <a:sx n="66" d="100"/>
          <a:sy n="66" d="100"/>
        </p:scale>
        <p:origin x="1280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4"/>
            <a:ext cx="5783400" cy="12609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2967487"/>
            <a:ext cx="5783400" cy="990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D6BDA0-C7A4-42A1-85B6-D81A420A4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1320790"/>
            <a:ext cx="83682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Inputs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customer data such as payment history, credit utilization, income, and recent account activity.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Logic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 assigns a delinquency risk score and applies predefined business rules by risk level.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Actions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 personalized reminders, payment plan offers, or escalation based on risk severity.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Loop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Monitors outcomes and continuously improves decisions using new customer behavior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B9E3-2B5D-D504-DC2C-580155DE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7F56D5-9E60-C47E-6C18-A5A27D9A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959" y="1314200"/>
            <a:ext cx="3447062" cy="331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2E95EE-0E16-517A-363D-B638E4233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2417"/>
              </p:ext>
            </p:extLst>
          </p:nvPr>
        </p:nvGraphicFramePr>
        <p:xfrm>
          <a:off x="531729" y="1646387"/>
          <a:ext cx="8369300" cy="1524000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3680077275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117405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Autonomous (AI-Driven)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Human Oversight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950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Predict delinquency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Approve hardship or settlement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56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Trigger reminders &amp; nudges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 disputes and customer appeals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2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Adjust outreach timing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Review edge or sensitive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82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Learn from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Audit fairness and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2823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0E51F2-0EA1-6927-BA14-CD3D9F661445}"/>
              </a:ext>
            </a:extLst>
          </p:cNvPr>
          <p:cNvSpPr txBox="1"/>
          <p:nvPr/>
        </p:nvSpPr>
        <p:spPr>
          <a:xfrm>
            <a:off x="606393" y="3432647"/>
            <a:ext cx="7565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Key Principle:</a:t>
            </a:r>
            <a:r>
              <a:rPr lang="en-US" dirty="0">
                <a:solidFill>
                  <a:schemeClr val="tx1"/>
                </a:solidFill>
              </a:rPr>
              <a:t> AI handles </a:t>
            </a:r>
            <a:r>
              <a:rPr lang="en-US" b="1" dirty="0">
                <a:solidFill>
                  <a:schemeClr val="tx1"/>
                </a:solidFill>
              </a:rPr>
              <a:t>scale and speed</a:t>
            </a:r>
            <a:r>
              <a:rPr lang="en-US" dirty="0">
                <a:solidFill>
                  <a:schemeClr val="tx1"/>
                </a:solidFill>
              </a:rPr>
              <a:t>, humans handle </a:t>
            </a:r>
            <a:r>
              <a:rPr lang="en-US" b="1" dirty="0">
                <a:solidFill>
                  <a:schemeClr val="tx1"/>
                </a:solidFill>
              </a:rPr>
              <a:t>judgment and accountability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1EBD0-B20D-3AA9-3F9F-391DB7901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2478" y="1716516"/>
            <a:ext cx="78213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in overall delinquency rates through timely, targeted outreach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collection costs by automating low-risk and routine actions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recovery rates by focusing human agents on high-risk cases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collections strategy that adapts to changing customer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4EAC0A-BB3D-49A9-C9C3-20C6FFC55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8731" y="1572136"/>
            <a:ext cx="70647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and consistent treatment of customers across all segments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relevant and personalized communication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support for customers facing financial stress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trust through transparent and explainable AI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6000" b="1" dirty="0"/>
              <a:t>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452</Words>
  <Application>Microsoft Office PowerPoint</Application>
  <PresentationFormat>On-screen Show (16:9)</PresentationFormat>
  <Paragraphs>45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Roboto Slab</vt:lpstr>
      <vt:lpstr>Arial</vt:lpstr>
      <vt:lpstr>Marina</vt:lpstr>
      <vt:lpstr>AI-Powered Collections Strategy</vt:lpstr>
      <vt:lpstr>How the System Works</vt:lpstr>
      <vt:lpstr>System Workflow Diagram</vt:lpstr>
      <vt:lpstr>Role of Agentic AI</vt:lpstr>
      <vt:lpstr>Responsible AI Guardrails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Anshu Veeramalla</dc:creator>
  <cp:lastModifiedBy>Anshu Veeramalla</cp:lastModifiedBy>
  <cp:revision>4</cp:revision>
  <dcterms:modified xsi:type="dcterms:W3CDTF">2026-01-01T11:27:25Z</dcterms:modified>
</cp:coreProperties>
</file>